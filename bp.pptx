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企业解决方案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成为企业核心生产力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市场分析：企业面临的核心痛点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隐私安全'不敢用'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核心数据上传公有云存在泄露风险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48840"/>
            <a:ext cx="73152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资源困境'用不起/用不到'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传统GPU方案成本100万+，顶尖模型难合规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08960"/>
            <a:ext cx="73152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技术门槛'搞不定'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缺乏AI工程团队，部署维护困难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69080"/>
            <a:ext cx="73152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业务落地'水土不服'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生态割裂，不懂业务，工具僵硬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我们的解决方案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高性价比私有算力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2台 Mac Studio (M3 Ultra) 替代昂贵GPU服务器，数据完全本地化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'交钥匙'交付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预装企微/钉钉/飞书集成，开箱即用，无需AI团队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49040"/>
            <a:ext cx="82296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深度业务定制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定制开发专属Skill，完美适配企业实际业务场景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应用场景：全能差旅与行政专家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跨应用执行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主动服务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持久记忆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典型应用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全流程差旅管理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航班延误主动改签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记住老板所有偏好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价值亮点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7x24小时全天候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像给同事发消息一样自然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越用越懂你的需求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应用场景：企业私有大脑与分析师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数据主权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完全离线运行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物理隔绝风险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深度理解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2057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记住历史决策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结合实时数据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多模态洞察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看懂Excel/PDF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直接生成结论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上下文连贯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3886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跨时间理解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前后逻辑关联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08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小时全天候待命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0" y="1920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机器不休息，生产力不打烊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97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以一抵百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3108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一个Agent=一支队伍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886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7432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私有安全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4297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数据本地闭环，越用越懂你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产品与服务体系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10972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私有云一体机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Studio M3 Ultra 集群，插电即用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10972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Core 企业版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26060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长期记忆+任务编排+工具调度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37560"/>
            <a:ext cx="10972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场景化 Skill Store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35661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通用+行业技能包，开箱即连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97680"/>
            <a:ext cx="10972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陪跑式落地服务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45262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部署+定制+培训+运维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一次性交付 + 持续订阅 + 增值服务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硬件与基础软件销售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一体机硬件销售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Core 永久授权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软件订阅服务 (年费)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模型与 Skill 升级包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企业连接器维护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增值服务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754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定制开发服务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培训与运维支持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成为您企业的核心生产力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感谢您的关注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企业解决方案商业计划</dc:title>
  <dc:subject>PptxGenJS Presentation</dc:subject>
  <dc:creator>AI Agent Solutions</dc:creator>
  <cp:lastModifiedBy>AI Agent Solutions</cp:lastModifiedBy>
  <cp:revision>1</cp:revision>
  <dcterms:created xsi:type="dcterms:W3CDTF">2026-02-09T09:06:06Z</dcterms:created>
  <dcterms:modified xsi:type="dcterms:W3CDTF">2026-02-09T09:06:06Z</dcterms:modified>
</cp:coreProperties>
</file>